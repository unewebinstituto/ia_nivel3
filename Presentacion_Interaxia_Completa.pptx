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Gestión de Traslado a APT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Digitalización de Procesos y Normativas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01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Zona de Tránsito</a:t>
            </a:r>
          </a:p>
          <a:p>
            <a:pPr>
              <a:defRPr sz="900"/>
            </a:pPr>
            <a:r>
              <a:t>Origen en Planta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02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Cargar Camión</a:t>
            </a:r>
          </a:p>
          <a:p>
            <a:pPr>
              <a:defRPr sz="900"/>
            </a:pPr>
            <a:r>
              <a:t>¿Docs listos?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03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Verificación</a:t>
            </a:r>
          </a:p>
          <a:p>
            <a:pPr>
              <a:defRPr sz="900" b="1">
                <a:solidFill>
                  <a:srgbClr val="DC2626"/>
                </a:solidFill>
              </a:defRPr>
            </a:pPr>
            <a:r>
              <a:t>¡Sin Documentación!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04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Envío a APT</a:t>
            </a:r>
          </a:p>
          <a:p>
            <a:pPr>
              <a:defRPr sz="900"/>
            </a:pPr>
            <a:r>
              <a:t>Traslado físico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05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Sistema</a:t>
            </a:r>
          </a:p>
          <a:p>
            <a:pPr>
              <a:defRPr sz="900"/>
            </a:pPr>
            <a:r>
              <a:t>Pistoleo / Registro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1280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06</a:t>
            </a:r>
          </a:p>
          <a:p>
            <a:br/>
            <a:pPr>
              <a:defRPr b="1" sz="1100">
                <a:solidFill>
                  <a:srgbClr val="334155"/>
                </a:solidFill>
              </a:defRPr>
            </a:pPr>
            <a:r>
              <a:t>Almacenamiento</a:t>
            </a:r>
          </a:p>
          <a:p>
            <a:pPr>
              <a:defRPr sz="900"/>
            </a:pPr>
            <a:r>
              <a:t>Ubicación APT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840480"/>
            <a:ext cx="3931920" cy="21031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🔑 Análisis del Experto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El punto de decisión de Documentación es el cuello de botella identificado. Sin un flujo de papel o digital previo, el ingreso al sistema en APT se retrasa.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E293B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Interaxia | Panel de Gestión y Trazabilidad Documental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Gestión de Traslado a APT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Digitalización de Procesos y Normativas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Inicio (ZONA TRÁNSITO)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011680"/>
            <a:ext cx="2743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Cargar Camión (OPERACIONES)</a:t>
            </a:r>
          </a:p>
        </p:txBody>
      </p:sp>
      <p:sp>
        <p:nvSpPr>
          <p:cNvPr id="5" name="Diamond 4"/>
          <p:cNvSpPr/>
          <p:nvPr/>
        </p:nvSpPr>
        <p:spPr>
          <a:xfrm>
            <a:off x="3200400" y="2926080"/>
            <a:ext cx="2743200" cy="640080"/>
          </a:xfrm>
          <a:prstGeom prst="diamond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¿Documentos OK? (CHECKLIST)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2743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Envío a APT (TRANSPORTE)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754880"/>
            <a:ext cx="2743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Almacenamiento (UBICACIÓN)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E293B"/>
          </a:solidFill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Interaxia | Panel de Gestión y Trazabilidad Documental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
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Despachos Exitosos</c:v>
                </c:pt>
                <c:pt idx="1">
                  <c:v>Retenidos (Falta Doc)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334155"/>
                </a:solidFill>
              </a:defRPr>
            </a:pPr>
            <a:r>
              <a:t>Logística Planta - APT: Interaxia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Octagon 3"/>
          <p:cNvSpPr/>
          <p:nvPr/>
        </p:nvSpPr>
        <p:spPr>
          <a:xfrm>
            <a:off x="5029200" y="1828800"/>
            <a:ext cx="3200400" cy="1828800"/>
          </a:xfrm>
          <a:prstGeom prst="octagon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Hallazgo Crítico: Movimientos 'Sin Documentación' paralizan ingresos.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Línea de Tiempo del Proceso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315200" cy="5486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1. Zona Tránsito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7315200" cy="5486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2. Cargar Camión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7315200" cy="548640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VERIFICACIÓN (CRÍTICO)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7315200" cy="5486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Envío a APT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7315200" cy="5486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5. Pistoleo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7315200" cy="5486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6. Almacenaje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Plan de Mejora Estratégica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• Checklist Digital: Bloqueo automático si falta documentación.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• Alertas Automáticas: Visibilidad total en tiempo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• Estandard Etiquetas: 100% legible para escáneres.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